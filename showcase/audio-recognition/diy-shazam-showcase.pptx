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7bfb89eee4e90" /><Relationship Type="http://schemas.openxmlformats.org/officeDocument/2006/relationships/extended-properties" Target="/docProps/app.xml" Id="Rc9e8e216a9064319" /><Relationship Type="http://schemas.openxmlformats.org/officeDocument/2006/relationships/officeDocument" Target="/ppt/presentation.xml" Id="R5b0c7426c9f24ee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8cef82a3a5145e2"/>
  </p:sldMasterIdLst>
  <p:notesMasterIdLst>
    <p:notesMasterId xmlns:r="http://schemas.openxmlformats.org/officeDocument/2006/relationships" r:id="Rab9120d99a644bfb"/>
  </p:notesMasterIdLst>
  <p:sldIdLst>
    <p:sldId xmlns:r="http://schemas.openxmlformats.org/officeDocument/2006/relationships" id="256" r:id="Ra69f5889e5654cea"/>
    <p:sldId xmlns:r="http://schemas.openxmlformats.org/officeDocument/2006/relationships" id="257" r:id="Rbcdf725ae81d422c"/>
    <p:sldId xmlns:r="http://schemas.openxmlformats.org/officeDocument/2006/relationships" id="258" r:id="R437edc20db2e4e87"/>
    <p:sldId xmlns:r="http://schemas.openxmlformats.org/officeDocument/2006/relationships" id="259" r:id="R637dd4692e5b4182"/>
    <p:sldId xmlns:r="http://schemas.openxmlformats.org/officeDocument/2006/relationships" id="260" r:id="R69a72a68c6a34d77"/>
    <p:sldId xmlns:r="http://schemas.openxmlformats.org/officeDocument/2006/relationships" id="261" r:id="R858d30b5a716483c"/>
    <p:sldId xmlns:r="http://schemas.openxmlformats.org/officeDocument/2006/relationships" id="262" r:id="R23f73a6eef3941b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0725a8dff80a4965"/>
      <p:bold xmlns:r="http://schemas.openxmlformats.org/officeDocument/2006/relationships" r:id="R71a49852df394b19"/>
      <p:italic xmlns:r="http://schemas.openxmlformats.org/officeDocument/2006/relationships" r:id="R8e3e769dc2c847b3"/>
      <p:boldItalic xmlns:r="http://schemas.openxmlformats.org/officeDocument/2006/relationships" r:id="R452879d3584f4b3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6f6836455e4ebf" /><Relationship Type="http://schemas.openxmlformats.org/officeDocument/2006/relationships/slideMaster" Target="/ppt/slideMasters/slideMaster1.xml" Id="R18cef82a3a5145e2" /><Relationship Type="http://schemas.openxmlformats.org/officeDocument/2006/relationships/notesMaster" Target="/ppt/notesMasters/notesMaster1.xml" Id="Rab9120d99a644bfb" /><Relationship Type="http://schemas.openxmlformats.org/officeDocument/2006/relationships/presProps" Target="/ppt/presProps.xml" Id="R5d6f4f33a6d14699" /><Relationship Type="http://schemas.openxmlformats.org/officeDocument/2006/relationships/viewProps" Target="/ppt/viewProps.xml" Id="R7f3717c5fcea4eec" /><Relationship Type="http://schemas.openxmlformats.org/officeDocument/2006/relationships/tableStyles" Target="/ppt/tableStyles.xml" Id="R5a103d0e27d94123" /><Relationship Type="http://schemas.openxmlformats.org/officeDocument/2006/relationships/font" Target="/ppt/fonts/font.dat" Id="R0725a8dff80a4965" /><Relationship Type="http://schemas.openxmlformats.org/officeDocument/2006/relationships/font" Target="/ppt/fonts/font2.dat" Id="R71a49852df394b19" /><Relationship Type="http://schemas.openxmlformats.org/officeDocument/2006/relationships/font" Target="/ppt/fonts/font3.dat" Id="R8e3e769dc2c847b3" /><Relationship Type="http://schemas.openxmlformats.org/officeDocument/2006/relationships/font" Target="/ppt/fonts/font4.dat" Id="R452879d3584f4b37" /><Relationship Type="http://schemas.openxmlformats.org/officeDocument/2006/relationships/slide" Target="/ppt/slides/slide1.xml" Id="Ra69f5889e5654cea" /><Relationship Type="http://schemas.openxmlformats.org/officeDocument/2006/relationships/slide" Target="/ppt/slides/slide2.xml" Id="Rbcdf725ae81d422c" /><Relationship Type="http://schemas.openxmlformats.org/officeDocument/2006/relationships/slide" Target="/ppt/slides/slide3.xml" Id="R437edc20db2e4e87" /><Relationship Type="http://schemas.openxmlformats.org/officeDocument/2006/relationships/slide" Target="/ppt/slides/slide4.xml" Id="R637dd4692e5b4182" /><Relationship Type="http://schemas.openxmlformats.org/officeDocument/2006/relationships/slide" Target="/ppt/slides/slide5.xml" Id="R69a72a68c6a34d77" /><Relationship Type="http://schemas.openxmlformats.org/officeDocument/2006/relationships/slide" Target="/ppt/slides/slide6.xml" Id="R858d30b5a716483c" /><Relationship Type="http://schemas.openxmlformats.org/officeDocument/2006/relationships/slide" Target="/ppt/slides/slide7.xml" Id="R23f73a6eef39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9e7c1a6c5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eeffc7c3b14fd9" /><Relationship Type="http://schemas.openxmlformats.org/officeDocument/2006/relationships/notesMaster" Target="/ppt/notesMasters/notesMaster1.xml" Id="Re4a3eb4d1f5e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31222918a4a7f" /><Relationship Type="http://schemas.openxmlformats.org/officeDocument/2006/relationships/notesMaster" Target="/ppt/notesMasters/notesMaster1.xml" Id="Rd431a60b88bc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f7247096743a1" /><Relationship Type="http://schemas.openxmlformats.org/officeDocument/2006/relationships/notesMaster" Target="/ppt/notesMasters/notesMaster1.xml" Id="R5dd7f40172d0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e5dd625af4f5f" /><Relationship Type="http://schemas.openxmlformats.org/officeDocument/2006/relationships/notesMaster" Target="/ppt/notesMasters/notesMaster1.xml" Id="R1aa99f22def5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73db52b42449c4" /><Relationship Type="http://schemas.openxmlformats.org/officeDocument/2006/relationships/notesMaster" Target="/ppt/notesMasters/notesMaster1.xml" Id="Rd35daa8bfac64e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49487cc3904a0f" /><Relationship Type="http://schemas.openxmlformats.org/officeDocument/2006/relationships/notesMaster" Target="/ppt/notesMasters/notesMaster1.xml" Id="R0148ec47f4bc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eb869dba054db8" /><Relationship Type="http://schemas.openxmlformats.org/officeDocument/2006/relationships/notesMaster" Target="/ppt/notesMasters/notesMaster1.xml" Id="R963623883220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Repository overview and supported behavior: audio-recognition/readme.md</a:t>
            </a:r>
            <a:endParaRPr/>
          </a:p>
          <a:p xmlns:a="http://schemas.openxmlformats.org/drawingml/2006/main">
            <a:r>
              <a:t>- Browser entry point: audio-recognition/web/templates/index.html</a:t>
            </a:r>
            <a:endParaRPr/>
          </a:p>
          <a:p xmlns:a="http://schemas.openxmlformats.org/drawingml/2006/main">
            <a:r>
              <a:t>- Retained visual asset: Simple Dark Mode reference.pptx title image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Evidence boundary: no live demo, real-world accuracy, or latency claim is presented.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Product framing and limitations: audio-recognition/readme.md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 work and constraints: audio-recognition/TODO.md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Product requirements: audio-recognition/docs/01-product-requirements.md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Audience framing is a portfolio interpretation; the repository does not claim measured users or a formal persona.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Browser controls and supported formats: audio-recognition/web/templates/index.html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Upload pipeline and routes: audio-recognition/web/app.py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Shared normalization contract: audio-recognition/shazam_project/recorder.py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Public status vocabulary: audio-recognition/readme.md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Verified repository image: audio-recognition/docs/screenshots/fft-output.png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Diagnostic-only FFT behavior: audio-recognition/main.py and audio-recognition/shazam_project/fft_analyze.py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Browser UI source: audio-recognition/web/templates/index.html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image is explicitly labeled as diagnostic only. No product UI screenshot was available for this task.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Shared audio contract: audio-recognition/shazam_project/recorder.py</a:t>
            </a:r>
          </a:p>
          <a:p xmlns:a="http://schemas.openxmlformats.org/drawingml/2006/main">
            <a:r>
              <a:t>- Provider dispatcher and fallback: audio-recognition/shazam_project/matcher.py</a:t>
            </a:r>
          </a:p>
          <a:p xmlns:a="http://schemas.openxmlformats.org/drawingml/2006/main">
            <a:r>
              <a:t>- Local fingerprint implementation: audio-recognition/shazam_project/fingerprint.py</a:t>
            </a:r>
          </a:p>
          <a:p xmlns:a="http://schemas.openxmlformats.org/drawingml/2006/main">
            <a:r>
              <a:t>- Production boundary: audio-recognition/web/app.py, audio-recognition/Dockerfile, audio-recognition/render.yaml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local matcher is described as an educational implementation, not production-scale Shazam equivalence.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Remote CI evidence: https://github.com/icecold009/Audio-Recognition/pull/8 (merged PR #8, Actions run 30738959312)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Benchmark requirements: audio-recognition/evaluation/README.md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Benchmark completeness gate: audio-recognition/scripts/benchmark.py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CI numbers apply to merged main at c853e3a. The current showcase branch at b0b8d79 has not received a fresh CI run.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 limitations and ordered next work: audio-recognition/TODO.md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Reproducible benchmark procedure: audio-recognition/evaluation/README.md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 checklist: audio-recognition/showcase/audio-recognition/evidence-checklist.md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9a30b3ca041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b10c60e644e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d5addc7e140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2fb89a81248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cd0dd633f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1e955176b47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6ef7a0c624f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2232b2f66418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0b065547142e1" /><Relationship Type="http://schemas.openxmlformats.org/officeDocument/2006/relationships/slideLayout" Target="/ppt/slideLayouts/slideLayout1.xml" Id="R35af2a8486d64bd6" /><Relationship Type="http://schemas.openxmlformats.org/officeDocument/2006/relationships/slideLayout" Target="/ppt/slideLayouts/slideLayout2.xml" Id="Rd01d84eb4d724cca" /><Relationship Type="http://schemas.openxmlformats.org/officeDocument/2006/relationships/slideLayout" Target="/ppt/slideLayouts/slideLayout3.xml" Id="Re7c1b5a718eb4122" /><Relationship Type="http://schemas.openxmlformats.org/officeDocument/2006/relationships/slideLayout" Target="/ppt/slideLayouts/slideLayout4.xml" Id="Rdd3229301ad541dd" /><Relationship Type="http://schemas.openxmlformats.org/officeDocument/2006/relationships/slideLayout" Target="/ppt/slideLayouts/slideLayout5.xml" Id="Rbca8f77849034778" /><Relationship Type="http://schemas.openxmlformats.org/officeDocument/2006/relationships/slideLayout" Target="/ppt/slideLayouts/slideLayout6.xml" Id="R0e4a393ca60447d9" /><Relationship Type="http://schemas.openxmlformats.org/officeDocument/2006/relationships/slideLayout" Target="/ppt/slideLayouts/slideLayout7.xml" Id="R33141e7fba214774" /><Relationship Type="http://schemas.openxmlformats.org/officeDocument/2006/relationships/slideLayout" Target="/ppt/slideLayouts/slideLayout8.xml" Id="Rdd2822a5b6a74f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f2a8486d64bd6"/>
    <p:sldLayoutId xmlns:r="http://schemas.openxmlformats.org/officeDocument/2006/relationships" id="2147483650" r:id="Rd01d84eb4d724cca"/>
    <p:sldLayoutId xmlns:r="http://schemas.openxmlformats.org/officeDocument/2006/relationships" id="2147483651" r:id="Re7c1b5a718eb4122"/>
    <p:sldLayoutId xmlns:r="http://schemas.openxmlformats.org/officeDocument/2006/relationships" id="2147483652" r:id="Rdd3229301ad541dd"/>
    <p:sldLayoutId xmlns:r="http://schemas.openxmlformats.org/officeDocument/2006/relationships" id="2147483653" r:id="Rbca8f77849034778"/>
    <p:sldLayoutId xmlns:r="http://schemas.openxmlformats.org/officeDocument/2006/relationships" id="2147483654" r:id="R0e4a393ca60447d9"/>
    <p:sldLayoutId xmlns:r="http://schemas.openxmlformats.org/officeDocument/2006/relationships" id="2147483655" r:id="R33141e7fba214774"/>
    <p:sldLayoutId xmlns:r="http://schemas.openxmlformats.org/officeDocument/2006/relationships" id="2147483656" r:id="Rdd2822a5b6a74f9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4dc83e224e96" /><Relationship Type="http://schemas.openxmlformats.org/officeDocument/2006/relationships/image" Target="/ppt/media/image.png" Id="Rc7d41740f6f34136" /><Relationship Type="http://schemas.openxmlformats.org/officeDocument/2006/relationships/notesSlide" Target="/ppt/notesSlides/notesSlide1.xml" Id="Re8f0ddf26c78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0cbb404684d02" /><Relationship Type="http://schemas.openxmlformats.org/officeDocument/2006/relationships/notesSlide" Target="/ppt/notesSlides/notesSlide2.xml" Id="Rad164bb27c544d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36e8ca0d7456e" /><Relationship Type="http://schemas.openxmlformats.org/officeDocument/2006/relationships/notesSlide" Target="/ppt/notesSlides/notesSlide3.xml" Id="Rc9bbd739135347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f5b35e61e4031" /><Relationship Type="http://schemas.openxmlformats.org/officeDocument/2006/relationships/image" Target="/ppt/media/image2.png" Id="R471a84fadd0b4ad6" /><Relationship Type="http://schemas.openxmlformats.org/officeDocument/2006/relationships/notesSlide" Target="/ppt/notesSlides/notesSlide4.xml" Id="Rb01d6a07935b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a9ceb83bc45df" /><Relationship Type="http://schemas.openxmlformats.org/officeDocument/2006/relationships/notesSlide" Target="/ppt/notesSlides/notesSlide5.xml" Id="R11aa32a24f2f41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5071d92304b65" /><Relationship Type="http://schemas.openxmlformats.org/officeDocument/2006/relationships/notesSlide" Target="/ppt/notesSlides/notesSlide6.xml" Id="Rdd9c8bb701c044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92877723144af" /><Relationship Type="http://schemas.openxmlformats.org/officeDocument/2006/relationships/notesSlide" Target="/ppt/notesSlides/notesSlide7.xml" Id="R623e5671b1164a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DIY Shazam</a:t>
            </a:r>
          </a:p>
          <a:p xmlns:a="http://schemas.openxmlformats.org/drawingml/2006/main">
            <a:r>
              <a:rPr sz="6200"/>
              <a:t>A practical audio pipeline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Microphone / file recognition with shared normalization and provider fallback.</a:t>
            </a:r>
          </a:p>
          <a:p xmlns:a="http://schemas.openxmlformats.org/drawingml/2006/main">
            <a:r>
              <a:rPr sz="1800"/>
              <a:t>Source-verified; real-world benchmark pending.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AUDIO RECOGNITION - PORTFOLIO SHOWCASE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41740f6f34136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Audio arrives messy.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Files vary by format, rate, duration, and channel layout.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Providers can fail, time out, or return no match.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Recognition quality starts before the match.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audience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developer or learner needs a workflow they can inspect.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This project makes validation, fallback, limits, and safe statuses explicit.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That is the difference between a one-off API call and a reviewable system.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user journey is short; the contract is not.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Choose input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Mic or file, then submit.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Validate + normalize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1. Upload WAV, MP3, M4A, AAC, OGG, FLAC, or WEBM.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2. Convert non-WAV web input through bounded FFmpeg.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3. Normalize, match, and render a safe result.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Fallback matcher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Safe public statuses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Retry when needed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Session-only history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real artifact, labeled honestly.</a:t>
            </a:r>
          </a:p>
        </p:txBody>
      </p:sp>
      <p:pic>
        <p:nvPicPr>
          <p:cNvPr id="53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a84fadd0b4ad6"/>
          <a:srcRect xmlns:a="http://schemas.openxmlformats.org/drawingml/2006/main" l="30189" t="0" r="30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Evidence available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repository includes a verified FFT spectrum artifact.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It is diagnostic only - not a product screenshot and not proof of recognition quality.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clean browser screenshot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decision: one contract, many backends.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Normalize once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Mono float32 at the configured internal sample rate; size and duration are bounded.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Fall through safely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RapidAPI/Shazam -&gt; AcoustID -&gt; AudD -&gt; local index, where configured.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Local fingerprint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Spectral peaks become hash pairs, then time-offset consensus finds candidates.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Protect the boundary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FFmpeg, readiness, quotas, and response filtering keep the server predictable.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Engineering gates passed; quality is still open.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Per Python 3.10, 3.11, and 3.12 matrix job.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190 tests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Branch coverage on merged main; above the 70% gate.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81% coverage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Ruff, pip-audit, Gitleaks, Render schema, and container smoke.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5 supporting gates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30 sources x 3 clip lengths x 3+ conditions are still required.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Benchmark pending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Evidence boundary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Merged main is CI-validated.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This showcase branch is newer and unpushed.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No accuracy or latency claim is shown without a complete benchmark.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next milestone is evidence quality, not another feature.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honest close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Technically hardened; live demo and real-world quality remain unverified.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Record the legal corpus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 believable demo is not a quality claim.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The audio contract should stay centralized.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The next work should improve evidence, not add surface area.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Run the gated benchmark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browser smoke coverage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Capture real product screenshots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Re-run CI on this branch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2026-08-10T17:27:51.0580000Z</dcterms:created>
  <dcterms:modified xsi:type="dcterms:W3CDTF">2026-08-10T17:27:51.0580000Z</dcterms:modified>
</coreProperties>
</file>